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72" r:id="rId3"/>
    <p:sldId id="273" r:id="rId4"/>
    <p:sldId id="274" r:id="rId5"/>
    <p:sldId id="278" r:id="rId6"/>
    <p:sldId id="279" r:id="rId7"/>
    <p:sldId id="276" r:id="rId8"/>
    <p:sldId id="275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6A17D-8F8C-4563-8800-C2BCB6DE1D39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82952-CD79-44AF-A696-21FA0EB23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51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9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59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4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5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9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74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3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C90B4-0042-41A1-8CD6-F8B9076B2F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9D36B-6A8F-4E5E-B1E2-A3DBE8AFE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9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B1DB06-02C9-38B7-1450-84C663C9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1031133"/>
            <a:ext cx="9641732" cy="13521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67D242-B021-9610-F826-3C7E67FC3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2071992"/>
            <a:ext cx="9866246" cy="399524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endParaRPr lang="en-IN" dirty="0">
              <a:latin typeface="Century" panose="020406040505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endParaRPr lang="en-IN" dirty="0">
              <a:latin typeface="Century" panose="020406040505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EC0BEF-88A4-9B54-AF5C-F4C6B895DB94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383F7B8B-94C0-A476-37E6-FC6784ED328A}"/>
              </a:ext>
            </a:extLst>
          </p:cNvPr>
          <p:cNvSpPr/>
          <p:nvPr/>
        </p:nvSpPr>
        <p:spPr>
          <a:xfrm>
            <a:off x="495330" y="1229382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4D7ABC-CF2F-AD78-026D-2D4875F2A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529" y="1908427"/>
            <a:ext cx="5250942" cy="487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66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133A9-BCCE-3FD4-0DFF-F7E61EB3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F314F-CFB9-B21F-D8A6-EBE1FD81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CC5E3-3CE6-6FEB-0694-21EA6E08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endParaRPr lang="en-US" dirty="0"/>
          </a:p>
          <a:p>
            <a:pPr lvl="1"/>
            <a:r>
              <a:rPr lang="en-US" dirty="0"/>
              <a:t>To simulate the core functionalities of a social networking platform using a console interface.</a:t>
            </a:r>
          </a:p>
          <a:p>
            <a:pPr lvl="1"/>
            <a:r>
              <a:rPr lang="en-US" dirty="0"/>
              <a:t>To implement graph data structures and algorithms for user connection and recommendation.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FE6640-0A3B-45F3-C709-C9EBE6A9DFA1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505FF5A-2CF5-2C47-02BB-31273D5E3AF6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9EDC5-7D70-B876-8FAE-5E9114E08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529" y="7882507"/>
            <a:ext cx="5250942" cy="487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48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FFC5-8975-0812-ACF7-CDABEA9D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5AAAF-7AA0-E9DA-7475-D2E0C04A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A19EC-9E92-0B8B-0E24-D12E9C24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/>
          </a:bodyPr>
          <a:lstStyle/>
          <a:p>
            <a:r>
              <a:rPr lang="en-US" b="1" dirty="0"/>
              <a:t>Key Features:</a:t>
            </a:r>
            <a:endParaRPr lang="en-IN" dirty="0"/>
          </a:p>
          <a:p>
            <a:pPr lvl="1"/>
            <a:r>
              <a:rPr lang="en-US" b="1" dirty="0"/>
              <a:t>User Management:</a:t>
            </a:r>
            <a:r>
              <a:rPr lang="en-US" dirty="0"/>
              <a:t> Registration, Login, and Profile Management.</a:t>
            </a:r>
            <a:endParaRPr lang="en-IN" dirty="0"/>
          </a:p>
          <a:p>
            <a:pPr lvl="1"/>
            <a:r>
              <a:rPr lang="en-US" b="1" dirty="0"/>
              <a:t>Social Graph:</a:t>
            </a:r>
            <a:r>
              <a:rPr lang="en-US" dirty="0"/>
              <a:t> Friend connections and network visualization.</a:t>
            </a:r>
            <a:endParaRPr lang="en-IN" dirty="0"/>
          </a:p>
          <a:p>
            <a:pPr lvl="1"/>
            <a:r>
              <a:rPr lang="en-US" b="1" dirty="0"/>
              <a:t>Recommendation Engine:</a:t>
            </a:r>
            <a:r>
              <a:rPr lang="en-US" dirty="0"/>
              <a:t> Suggests friends based on network analysis.</a:t>
            </a:r>
            <a:endParaRPr lang="en-IN" dirty="0"/>
          </a:p>
          <a:p>
            <a:pPr lvl="1"/>
            <a:r>
              <a:rPr lang="en-US" b="1" dirty="0"/>
              <a:t>Command-Line Interface:</a:t>
            </a:r>
            <a:r>
              <a:rPr lang="en-US" dirty="0"/>
              <a:t> Shell-like environment with tokenized command parsing.</a:t>
            </a:r>
            <a:endParaRPr lang="en-IN" dirty="0">
              <a:effectLst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AEAB8B-3ADD-92A4-FA17-A8B4537B61C5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50B23523-5D6E-35E7-04F4-EFFC67184F46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951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E7A4-233B-8841-FFA9-D888BE8BA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AC9718-4BE2-6AC4-A5A2-43D2576A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293DD4-71E9-25C6-1856-D18ED219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Modular Design: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The system is divided into three primary modules to separate concerns: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Spark (</a:t>
            </a:r>
            <a:r>
              <a:rPr lang="en-IN" b="1" dirty="0" err="1"/>
              <a:t>pymk.Spark.c</a:t>
            </a:r>
            <a:r>
              <a:rPr lang="en-IN" b="1" dirty="0"/>
              <a:t>):</a:t>
            </a:r>
            <a:endParaRPr lang="en-IN" dirty="0"/>
          </a:p>
          <a:p>
            <a:pPr lvl="2"/>
            <a:r>
              <a:rPr lang="en-IN" dirty="0"/>
              <a:t>The application entry point and main controller.</a:t>
            </a:r>
          </a:p>
          <a:p>
            <a:pPr lvl="2"/>
            <a:r>
              <a:rPr lang="en-IN" dirty="0"/>
              <a:t>Manages the main execution loop and session state.</a:t>
            </a:r>
          </a:p>
          <a:p>
            <a:pPr lvl="1"/>
            <a:r>
              <a:rPr lang="en-IN" b="1" dirty="0"/>
              <a:t>Core (</a:t>
            </a:r>
            <a:r>
              <a:rPr lang="en-IN" b="1" dirty="0" err="1"/>
              <a:t>pymk.Core.c</a:t>
            </a:r>
            <a:r>
              <a:rPr lang="en-IN" b="1" dirty="0"/>
              <a:t>):</a:t>
            </a:r>
            <a:endParaRPr lang="en-IN" dirty="0"/>
          </a:p>
          <a:p>
            <a:pPr lvl="2"/>
            <a:r>
              <a:rPr lang="en-IN" dirty="0"/>
              <a:t>Handles backend logic, file I/O, and data structures.</a:t>
            </a:r>
          </a:p>
          <a:p>
            <a:pPr lvl="2"/>
            <a:r>
              <a:rPr lang="en-IN" dirty="0"/>
              <a:t>Contains the core algorithms (DFS for recommendations).</a:t>
            </a:r>
          </a:p>
          <a:p>
            <a:pPr lvl="1"/>
            <a:r>
              <a:rPr lang="en-IN" b="1" dirty="0"/>
              <a:t>Shell (</a:t>
            </a:r>
            <a:r>
              <a:rPr lang="en-IN" b="1" dirty="0" err="1"/>
              <a:t>pymk.Shell.c</a:t>
            </a:r>
            <a:r>
              <a:rPr lang="en-IN" b="1" dirty="0"/>
              <a:t>):</a:t>
            </a:r>
            <a:endParaRPr lang="en-IN" dirty="0"/>
          </a:p>
          <a:p>
            <a:pPr lvl="2"/>
            <a:r>
              <a:rPr lang="en-IN" dirty="0"/>
              <a:t>Manages the Frontend/UI.</a:t>
            </a:r>
          </a:p>
          <a:p>
            <a:pPr lvl="2"/>
            <a:r>
              <a:rPr lang="en-IN" dirty="0"/>
              <a:t>Handles user input, visualization, and command parsing.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405270-D821-055F-B8A0-3B82BCFA0A9E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553D93A3-3F25-1F3F-052A-9141787EC886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337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DC930-9D71-9988-E33F-4C492D99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78ECEC-E477-9BAB-3CBA-8CC91561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118050-6B59-7ACD-D0B2-100953186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10670918" cy="41588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200" b="1" dirty="0"/>
              <a:t>Module 1 - The Core (Backend Logic)</a:t>
            </a:r>
          </a:p>
          <a:p>
            <a:r>
              <a:rPr lang="en-IN" sz="2200" b="1" dirty="0"/>
              <a:t>File:</a:t>
            </a:r>
            <a:r>
              <a:rPr lang="en-IN" sz="2200" dirty="0"/>
              <a:t> </a:t>
            </a:r>
            <a:r>
              <a:rPr lang="en-IN" sz="2200" dirty="0" err="1"/>
              <a:t>pymk.Core.c</a:t>
            </a:r>
            <a:endParaRPr lang="en-IN" sz="2200" dirty="0"/>
          </a:p>
          <a:p>
            <a:r>
              <a:rPr lang="en-IN" sz="2200" b="1" dirty="0"/>
              <a:t>Data Management:</a:t>
            </a:r>
            <a:endParaRPr lang="en-IN" sz="2200" dirty="0"/>
          </a:p>
          <a:p>
            <a:r>
              <a:rPr lang="en-IN" sz="2200" b="1" dirty="0"/>
              <a:t>Struct US3R:</a:t>
            </a:r>
            <a:r>
              <a:rPr lang="en-IN" sz="2200" dirty="0"/>
              <a:t> Defines the user object with UUID, name, role, and status.</a:t>
            </a:r>
          </a:p>
          <a:p>
            <a:r>
              <a:rPr lang="en-IN" sz="2200" b="1" dirty="0"/>
              <a:t>File System Database:</a:t>
            </a:r>
            <a:endParaRPr lang="en-IN" sz="2200" dirty="0"/>
          </a:p>
          <a:p>
            <a:pPr lvl="1"/>
            <a:r>
              <a:rPr lang="en-IN" sz="2200" dirty="0"/>
              <a:t>Checks/Creates directories using _access and _</a:t>
            </a:r>
            <a:r>
              <a:rPr lang="en-IN" sz="2200" dirty="0" err="1"/>
              <a:t>mkdir</a:t>
            </a:r>
            <a:r>
              <a:rPr lang="en-IN" sz="2200" dirty="0"/>
              <a:t>.</a:t>
            </a:r>
          </a:p>
          <a:p>
            <a:pPr lvl="1"/>
            <a:r>
              <a:rPr lang="en-IN" sz="2200" dirty="0"/>
              <a:t>Stores global user list in ../</a:t>
            </a:r>
            <a:r>
              <a:rPr lang="en-IN" sz="2200" dirty="0" err="1"/>
              <a:t>systemFiles</a:t>
            </a:r>
            <a:r>
              <a:rPr lang="en-IN" sz="2200" dirty="0"/>
              <a:t>/</a:t>
            </a:r>
            <a:r>
              <a:rPr lang="en-IN" sz="2200" dirty="0" err="1"/>
              <a:t>pymk</a:t>
            </a:r>
            <a:r>
              <a:rPr lang="en-IN" sz="2200" dirty="0"/>
              <a:t>/UUIDs.txt.</a:t>
            </a:r>
          </a:p>
          <a:p>
            <a:pPr lvl="1"/>
            <a:r>
              <a:rPr lang="en-IN" sz="2200" dirty="0"/>
              <a:t>Stores individual user data (friends, attributes) in ../</a:t>
            </a:r>
            <a:r>
              <a:rPr lang="en-IN" sz="2200" dirty="0" err="1"/>
              <a:t>systemFiles</a:t>
            </a:r>
            <a:r>
              <a:rPr lang="en-IN" sz="2200" dirty="0"/>
              <a:t>/Users/{UUID}/</a:t>
            </a:r>
          </a:p>
          <a:p>
            <a:pPr lvl="1"/>
            <a:endParaRPr lang="en-IN" sz="2200" dirty="0"/>
          </a:p>
          <a:p>
            <a:r>
              <a:rPr lang="en-IN" sz="2600" b="1" dirty="0"/>
              <a:t>Key Functions:</a:t>
            </a:r>
            <a:endParaRPr lang="en-IN" sz="2600" dirty="0"/>
          </a:p>
          <a:p>
            <a:pPr lvl="1"/>
            <a:r>
              <a:rPr lang="en-IN" sz="2200" dirty="0" err="1"/>
              <a:t>genId</a:t>
            </a:r>
            <a:r>
              <a:rPr lang="en-IN" sz="2200" dirty="0"/>
              <a:t>(): Generates a unique 8-character hex UUID based on time(NULL) seed.</a:t>
            </a:r>
          </a:p>
          <a:p>
            <a:pPr lvl="1"/>
            <a:r>
              <a:rPr lang="en-IN" sz="2200" dirty="0" err="1"/>
              <a:t>makeFriends</a:t>
            </a:r>
            <a:r>
              <a:rPr lang="en-IN" sz="2200" dirty="0"/>
              <a:t>(): Updates the friends.txt file for both users involved.</a:t>
            </a:r>
          </a:p>
          <a:p>
            <a:pPr lvl="1"/>
            <a:r>
              <a:rPr lang="en-IN" sz="2200" dirty="0"/>
              <a:t>Parser(): Splits input strings into tokens for command processing.</a:t>
            </a:r>
          </a:p>
          <a:p>
            <a:pPr marL="457200" lvl="1" indent="0">
              <a:buNone/>
            </a:pPr>
            <a:endParaRPr lang="en-IN" sz="2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81B32E-0363-CE0B-58A2-8E36B4A0897E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6A23A54-4EEF-D041-9071-0E967F645FD6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550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5A95-E6AF-C47E-06FB-6DAA2FE6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31036F-7AEE-19FC-76EC-2FFAF358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619E97-C7AD-D31E-7086-346789816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553313"/>
            <a:ext cx="10670918" cy="4513923"/>
          </a:xfrm>
        </p:spPr>
        <p:txBody>
          <a:bodyPr>
            <a:noAutofit/>
          </a:bodyPr>
          <a:lstStyle/>
          <a:p>
            <a:r>
              <a:rPr lang="en-IN" sz="2200" b="1" dirty="0"/>
              <a:t>Module 2 - The Shell (User Interface)</a:t>
            </a:r>
          </a:p>
          <a:p>
            <a:r>
              <a:rPr lang="en-IN" sz="2200" b="1" dirty="0"/>
              <a:t>File:</a:t>
            </a:r>
            <a:r>
              <a:rPr lang="en-IN" sz="2200" dirty="0"/>
              <a:t> </a:t>
            </a:r>
            <a:r>
              <a:rPr lang="en-IN" sz="2200" dirty="0" err="1"/>
              <a:t>pymk.Shell.c</a:t>
            </a:r>
            <a:endParaRPr lang="en-IN" sz="2200" dirty="0"/>
          </a:p>
          <a:p>
            <a:r>
              <a:rPr lang="en-IN" sz="2200" b="1" dirty="0"/>
              <a:t>Visual Design:</a:t>
            </a:r>
            <a:endParaRPr lang="en-IN" sz="2200" dirty="0"/>
          </a:p>
          <a:p>
            <a:pPr lvl="1"/>
            <a:r>
              <a:rPr lang="en-IN" sz="1800" b="1" dirty="0" err="1"/>
              <a:t>TextEffects</a:t>
            </a:r>
            <a:r>
              <a:rPr lang="en-IN" sz="1800" b="1" dirty="0"/>
              <a:t> Struct:</a:t>
            </a:r>
            <a:r>
              <a:rPr lang="en-IN" sz="1800" dirty="0"/>
              <a:t> Uses ANSI escape codes for </a:t>
            </a:r>
            <a:r>
              <a:rPr lang="en-IN" sz="1800" dirty="0" err="1"/>
              <a:t>coloring</a:t>
            </a:r>
            <a:r>
              <a:rPr lang="en-IN" sz="1800" dirty="0"/>
              <a:t> (Green, Red, Yellow), text formatting (Bold), and cursor movement.</a:t>
            </a:r>
          </a:p>
          <a:p>
            <a:pPr lvl="1"/>
            <a:r>
              <a:rPr lang="en-IN" sz="1800" b="1" dirty="0"/>
              <a:t>ASCII Art:</a:t>
            </a:r>
            <a:r>
              <a:rPr lang="en-IN" sz="1800" dirty="0"/>
              <a:t> Displays logos and boxes for "Introduction", "Login", and "Friend Status".</a:t>
            </a:r>
          </a:p>
          <a:p>
            <a:pPr lvl="1"/>
            <a:r>
              <a:rPr lang="en-IN" sz="1800" b="1" dirty="0"/>
              <a:t>Command Handling (</a:t>
            </a:r>
            <a:r>
              <a:rPr lang="en-IN" sz="1800" b="1" dirty="0" err="1"/>
              <a:t>invokeCommand</a:t>
            </a:r>
            <a:r>
              <a:rPr lang="en-IN" sz="1800" b="1" dirty="0"/>
              <a:t>):</a:t>
            </a:r>
            <a:endParaRPr lang="en-IN" sz="1800" dirty="0"/>
          </a:p>
          <a:p>
            <a:pPr lvl="1"/>
            <a:r>
              <a:rPr lang="en-IN" sz="1800" dirty="0"/>
              <a:t>Parses tokens to execute specific actions:</a:t>
            </a:r>
          </a:p>
          <a:p>
            <a:pPr lvl="2"/>
            <a:r>
              <a:rPr lang="en-IN" sz="1800" dirty="0"/>
              <a:t>help: Shows the user guide.</a:t>
            </a:r>
          </a:p>
          <a:p>
            <a:pPr lvl="2"/>
            <a:r>
              <a:rPr lang="en-IN" sz="1800" dirty="0"/>
              <a:t>account: Displays attributes (</a:t>
            </a:r>
            <a:r>
              <a:rPr lang="en-IN" sz="1800" dirty="0" err="1"/>
              <a:t>showAttributes</a:t>
            </a:r>
            <a:r>
              <a:rPr lang="en-IN" sz="1800" dirty="0"/>
              <a:t>).</a:t>
            </a:r>
          </a:p>
          <a:p>
            <a:pPr lvl="2"/>
            <a:r>
              <a:rPr lang="en-IN" sz="1800" dirty="0"/>
              <a:t>network suggest: Triggers </a:t>
            </a:r>
            <a:r>
              <a:rPr lang="en-IN" sz="1800" dirty="0" err="1"/>
              <a:t>RecommendFriend</a:t>
            </a:r>
            <a:r>
              <a:rPr lang="en-IN" sz="1800" dirty="0"/>
              <a:t>.</a:t>
            </a:r>
          </a:p>
          <a:p>
            <a:pPr lvl="2"/>
            <a:r>
              <a:rPr lang="en-IN" sz="1800" dirty="0"/>
              <a:t>network connect: Triggers request.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6130EA-6166-3C58-E906-DAF3A6C995AA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7D15227-504B-0638-7866-0F9296BAD529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719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C75A-BC2D-6B17-DCB6-726DE082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EEE9B-A7CA-E786-383B-30C97366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B63D0D-6F28-77C9-F7C4-AEFAC82B8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Module 3- The Spark (Controller)</a:t>
            </a:r>
          </a:p>
          <a:p>
            <a:r>
              <a:rPr lang="en-IN" b="1" dirty="0"/>
              <a:t>File:</a:t>
            </a:r>
            <a:r>
              <a:rPr lang="en-IN" dirty="0"/>
              <a:t> </a:t>
            </a:r>
            <a:r>
              <a:rPr lang="en-IN" dirty="0" err="1"/>
              <a:t>pymk.Spark.c</a:t>
            </a:r>
            <a:endParaRPr lang="en-IN" dirty="0"/>
          </a:p>
          <a:p>
            <a:r>
              <a:rPr lang="en-IN" b="1" dirty="0"/>
              <a:t>Responsibilities:</a:t>
            </a:r>
            <a:endParaRPr lang="en-IN" dirty="0"/>
          </a:p>
          <a:p>
            <a:r>
              <a:rPr lang="en-IN" b="1" dirty="0"/>
              <a:t>Initialization:</a:t>
            </a:r>
            <a:r>
              <a:rPr lang="en-IN" dirty="0"/>
              <a:t> Calls </a:t>
            </a:r>
            <a:r>
              <a:rPr lang="en-IN" dirty="0" err="1"/>
              <a:t>pymkCore.sysWork</a:t>
            </a:r>
            <a:r>
              <a:rPr lang="en-IN" dirty="0"/>
              <a:t>() to ensure the file system database exists.</a:t>
            </a:r>
          </a:p>
          <a:p>
            <a:r>
              <a:rPr lang="en-IN" b="1" dirty="0"/>
              <a:t>Authentication Flow:</a:t>
            </a:r>
            <a:r>
              <a:rPr lang="en-IN" dirty="0"/>
              <a:t> Routes the user to </a:t>
            </a:r>
            <a:r>
              <a:rPr lang="en-IN" dirty="0" err="1"/>
              <a:t>SigninUI</a:t>
            </a:r>
            <a:r>
              <a:rPr lang="en-IN" dirty="0"/>
              <a:t> (New User) or </a:t>
            </a:r>
            <a:r>
              <a:rPr lang="en-IN" dirty="0" err="1"/>
              <a:t>LoginUI</a:t>
            </a:r>
            <a:r>
              <a:rPr lang="en-IN" dirty="0"/>
              <a:t> (Existing User).</a:t>
            </a:r>
          </a:p>
          <a:p>
            <a:r>
              <a:rPr lang="en-IN" b="1" dirty="0"/>
              <a:t>The Main Loop:</a:t>
            </a:r>
            <a:endParaRPr lang="en-IN" dirty="0"/>
          </a:p>
          <a:p>
            <a:pPr lvl="1"/>
            <a:r>
              <a:rPr lang="en-IN" dirty="0"/>
              <a:t>Continuously listens for user commands (scanf).</a:t>
            </a:r>
          </a:p>
          <a:p>
            <a:pPr lvl="1"/>
            <a:r>
              <a:rPr lang="en-IN" dirty="0"/>
              <a:t>Tokenizes input via the Core Parser.</a:t>
            </a:r>
          </a:p>
          <a:p>
            <a:pPr lvl="1"/>
            <a:r>
              <a:rPr lang="en-IN" dirty="0"/>
              <a:t>Invokes commands via the Shell interface.</a:t>
            </a:r>
          </a:p>
          <a:p>
            <a:r>
              <a:rPr lang="en-IN" b="1" dirty="0"/>
              <a:t>Error Handling:</a:t>
            </a:r>
            <a:r>
              <a:rPr lang="en-IN" dirty="0"/>
              <a:t> visualizes invalid commands using red text and cursor manipulation.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7B6D2-05EA-6AAD-68CB-1D342C099961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1FFFC817-638C-C5A9-DFC7-3EF2B19DE0C6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00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AB53-BCD3-D202-4073-B7A8B09C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B634E-46A8-43CC-16DA-2362DEA8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D97E88-67E2-D56B-A0AC-AB506AA4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Recommendation Algorithm</a:t>
            </a:r>
          </a:p>
          <a:p>
            <a:r>
              <a:rPr lang="en-US" sz="2600" dirty="0"/>
              <a:t>The </a:t>
            </a:r>
            <a:r>
              <a:rPr lang="en-US" sz="2600" dirty="0" err="1"/>
              <a:t>RecommendList</a:t>
            </a:r>
            <a:r>
              <a:rPr lang="en-US" sz="2600" dirty="0"/>
              <a:t> function utilizes a </a:t>
            </a:r>
            <a:r>
              <a:rPr lang="en-US" sz="2600" b="1" dirty="0"/>
              <a:t>Depth First Search (DFS)</a:t>
            </a:r>
            <a:r>
              <a:rPr lang="en-US" sz="2600" dirty="0"/>
              <a:t> approach to traverse the social graph.</a:t>
            </a:r>
          </a:p>
          <a:p>
            <a:pPr lvl="1"/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Algorithm Steps:</a:t>
            </a:r>
            <a:endParaRPr lang="en-US" dirty="0"/>
          </a:p>
          <a:p>
            <a:pPr lvl="1"/>
            <a:r>
              <a:rPr lang="en-US" b="1" dirty="0"/>
              <a:t>Initialization:</a:t>
            </a:r>
            <a:r>
              <a:rPr lang="en-US" dirty="0"/>
              <a:t> Allocates memory for a stack, visited list, and recommend list.</a:t>
            </a:r>
          </a:p>
          <a:p>
            <a:pPr lvl="1"/>
            <a:r>
              <a:rPr lang="en-US" b="1" dirty="0"/>
              <a:t>Traversal:</a:t>
            </a:r>
            <a:endParaRPr lang="en-US" dirty="0"/>
          </a:p>
          <a:p>
            <a:pPr lvl="2"/>
            <a:r>
              <a:rPr lang="en-US" dirty="0"/>
              <a:t>Starts with the target user.</a:t>
            </a:r>
          </a:p>
          <a:p>
            <a:pPr lvl="2"/>
            <a:r>
              <a:rPr lang="en-US" dirty="0"/>
              <a:t>Iterates through the user's friends (and friends of friends).</a:t>
            </a:r>
          </a:p>
          <a:p>
            <a:pPr lvl="1"/>
            <a:r>
              <a:rPr lang="en-US" b="1" dirty="0"/>
              <a:t>Filtering:</a:t>
            </a:r>
            <a:endParaRPr lang="en-US" dirty="0"/>
          </a:p>
          <a:p>
            <a:pPr lvl="2"/>
            <a:r>
              <a:rPr lang="en-US" dirty="0"/>
              <a:t>Checks if a found user is already a friend or already recommended.</a:t>
            </a:r>
          </a:p>
          <a:p>
            <a:pPr lvl="2"/>
            <a:r>
              <a:rPr lang="en-US" dirty="0"/>
              <a:t>If not, adds them to the recommendation list.</a:t>
            </a:r>
          </a:p>
          <a:p>
            <a:pPr lvl="1"/>
            <a:r>
              <a:rPr lang="en-US" b="1" dirty="0"/>
              <a:t>Constraint:</a:t>
            </a:r>
            <a:r>
              <a:rPr lang="en-US" dirty="0"/>
              <a:t> Limits the search depth/result count (</a:t>
            </a:r>
            <a:r>
              <a:rPr lang="en-US" dirty="0" err="1"/>
              <a:t>rLimit</a:t>
            </a:r>
            <a:r>
              <a:rPr lang="en-US" dirty="0"/>
              <a:t>) to ensure performance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60D1CD-748C-6BAB-6D72-55054B25E76A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5E0F5471-E477-94F7-54F6-D91E932F8E00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201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707E-7632-E209-1B55-F1D24416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DD754C-A59B-EC21-4C94-396C5EEA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68" y="320040"/>
            <a:ext cx="9641732" cy="15883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  <a:t>Social Network Friend Suggestion </a:t>
            </a:r>
            <a:b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  <a:ea typeface="Verdana" panose="020B0604030504040204" pitchFamily="34" charset="0"/>
              </a:rPr>
            </a:br>
            <a:endParaRPr lang="en-I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B3BAA8-33A5-225A-1090-ACA045F8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162" y="1908427"/>
            <a:ext cx="9866246" cy="4158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Summary:</a:t>
            </a:r>
            <a:endParaRPr lang="en-US" dirty="0"/>
          </a:p>
          <a:p>
            <a:pPr lvl="2"/>
            <a:r>
              <a:rPr lang="en-US" b="1" dirty="0" err="1"/>
              <a:t>pymk</a:t>
            </a:r>
            <a:r>
              <a:rPr lang="en-US" dirty="0"/>
              <a:t> demonstrates a functional implementation of social graph theory in a low-level language.</a:t>
            </a:r>
          </a:p>
          <a:p>
            <a:pPr lvl="2"/>
            <a:r>
              <a:rPr lang="en-US" dirty="0"/>
              <a:t>It successfully separates UI, Logic, and Control into distinct modules.</a:t>
            </a:r>
          </a:p>
          <a:p>
            <a:pPr lvl="2"/>
            <a:r>
              <a:rPr lang="en-US" dirty="0"/>
              <a:t>It implements persistent storage via a file-system hierarchy.</a:t>
            </a:r>
          </a:p>
          <a:p>
            <a:pPr lvl="1"/>
            <a:r>
              <a:rPr lang="en-US" b="1" dirty="0"/>
              <a:t>Future Scope:</a:t>
            </a:r>
            <a:endParaRPr lang="en-US" dirty="0"/>
          </a:p>
          <a:p>
            <a:pPr lvl="2"/>
            <a:r>
              <a:rPr lang="en-US" dirty="0"/>
              <a:t>Implementation of a real-time messaging system.</a:t>
            </a:r>
          </a:p>
          <a:p>
            <a:pPr lvl="2"/>
            <a:r>
              <a:rPr lang="en-US" dirty="0"/>
              <a:t>Migration from file-based storage to SQL.</a:t>
            </a:r>
          </a:p>
          <a:p>
            <a:pPr lvl="2"/>
            <a:r>
              <a:rPr lang="en-US" dirty="0"/>
              <a:t>Transition from Console UI to a Graphical User Interface.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DC31A8-3BA5-5EB9-DF99-5D5999897236}"/>
              </a:ext>
            </a:extLst>
          </p:cNvPr>
          <p:cNvSpPr/>
          <p:nvPr/>
        </p:nvSpPr>
        <p:spPr>
          <a:xfrm>
            <a:off x="-91440" y="-118872"/>
            <a:ext cx="1408176" cy="7104888"/>
          </a:xfrm>
          <a:prstGeom prst="roundRect">
            <a:avLst/>
          </a:prstGeom>
          <a:solidFill>
            <a:schemeClr val="accent4">
              <a:alpha val="44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92F41803-1529-FEE0-21AC-7E9B12243CA2}"/>
              </a:ext>
            </a:extLst>
          </p:cNvPr>
          <p:cNvSpPr/>
          <p:nvPr/>
        </p:nvSpPr>
        <p:spPr>
          <a:xfrm>
            <a:off x="495330" y="516150"/>
            <a:ext cx="1216738" cy="103716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50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689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</vt:lpstr>
      <vt:lpstr>1_Office Theme</vt:lpstr>
      <vt:lpstr>Social Network Friend Suggestion  </vt:lpstr>
      <vt:lpstr>Social Network Friend Suggestion  </vt:lpstr>
      <vt:lpstr>Social Network Friend Suggestion  </vt:lpstr>
      <vt:lpstr>Social Network Friend Suggestion  </vt:lpstr>
      <vt:lpstr>Social Network Friend Suggestion  </vt:lpstr>
      <vt:lpstr>Social Network Friend Suggestion  </vt:lpstr>
      <vt:lpstr>Social Network Friend Suggestion  </vt:lpstr>
      <vt:lpstr>Social Network Friend Suggestion  </vt:lpstr>
      <vt:lpstr>Social Network Friend Suggestion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prafful dimri</dc:creator>
  <cp:lastModifiedBy>prafful dimri</cp:lastModifiedBy>
  <cp:revision>91</cp:revision>
  <dcterms:created xsi:type="dcterms:W3CDTF">2025-12-29T17:12:21Z</dcterms:created>
  <dcterms:modified xsi:type="dcterms:W3CDTF">2026-01-27T04:48:06Z</dcterms:modified>
</cp:coreProperties>
</file>